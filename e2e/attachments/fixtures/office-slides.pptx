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7" r:id="rId2"/>
    <p:sldId id="256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/>
          <p:nvPr/>
        </p:nvSpPr>
        <p:txBody>
          <a:bodyPr/>
          <a:lstStyle/>
          <a:p>
            <a:r>
              <a:t>第一页备注：只介绍目标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/>
          <p:nvPr/>
        </p:nvSpPr>
        <p:txBody>
          <a:bodyPr/>
          <a:lstStyle/>
          <a:p>
            <a:r>
              <a:t>第二页备注：预算上限1200</a:t>
            </a:r>
          </a:p>
        </p:txBody>
      </p:sp>
    </p:spTree>
  </p:cSld>
</p:notes>
</file>

<file path=ppt/slides/_rels/slide1.xml.rels><Relationships xmlns="http://schemas.openxmlformats.org/package/2006/relationships"><Relationship Id="rId9" Type="http://schemas.openxmlformats.org/officeDocument/2006/relationships/notesSlide" Target="../notesSlides/notesSlide7.xml"/></Relationships>
</file>

<file path=ppt/slides/_rels/slide2.xml.rels><Relationships xmlns="http://schemas.openxmlformats.org/package/2006/relationships"><Relationship Id="rId8" Type="http://schemas.openxmlformats.org/officeDocument/2006/relationships/notesSlide" Target="../notesSlides/notesSlide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/>
          <p:nvPr/>
        </p:nvSpPr>
        <p:txBody>
          <a:bodyPr/>
          <a:lstStyle/>
          <a:p>
            <a:r>
              <a:t>第二页：详细预算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/>
          <p:nvPr/>
        </p:nvSpPr>
        <p:txBody>
          <a:bodyPr/>
          <a:lstStyle/>
          <a:p>
            <a:r>
              <a:t>第一页：方案总览</a:t>
            </a:r>
          </a:p>
        </p:txBody>
      </p:sp>
    </p:spTree>
  </p:cSld>
</p:sld>
</file>